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48"/>
  </p:notesMasterIdLst>
  <p:handoutMasterIdLst>
    <p:handoutMasterId r:id="rId49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04" r:id="rId40"/>
    <p:sldId id="688" r:id="rId41"/>
    <p:sldId id="689" r:id="rId42"/>
    <p:sldId id="690" r:id="rId43"/>
    <p:sldId id="691" r:id="rId44"/>
    <p:sldId id="685" r:id="rId45"/>
    <p:sldId id="686" r:id="rId46"/>
    <p:sldId id="687" r:id="rId47"/>
  </p:sldIdLst>
  <p:sldSz cx="9144000" cy="6858000" type="screen4x3"/>
  <p:notesSz cx="7023100" cy="9309100"/>
  <p:custDataLst>
    <p:tags r:id="rId5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Projet" id="{87FCEEDE-6609-4B13-930E-86754FA99D33}">
          <p14:sldIdLst/>
        </p14:section>
        <p14:section name="quizAVenir" id="{BEF1AD5F-0008-433C-9B6F-B813F94E6E0F}">
          <p14:sldIdLst>
            <p14:sldId id="704"/>
            <p14:sldId id="688"/>
            <p14:sldId id="689"/>
            <p14:sldId id="690"/>
            <p14:sldId id="691"/>
            <p14:sldId id="685"/>
            <p14:sldId id="686"/>
            <p14:sldId id="687"/>
          </p14:sldIdLst>
        </p14:section>
        <p14:section name="Section 14" id="{A9BD5DDD-8564-4000-A824-269A0A0AC22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58" autoAdjust="0"/>
    <p:restoredTop sz="60392" autoAdjust="0"/>
  </p:normalViewPr>
  <p:slideViewPr>
    <p:cSldViewPr>
      <p:cViewPr varScale="1">
        <p:scale>
          <a:sx n="103" d="100"/>
          <a:sy n="103" d="100"/>
        </p:scale>
        <p:origin x="3356" y="60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50" Type="http://schemas.openxmlformats.org/officeDocument/2006/relationships/tags" Target="tags/tag1.xml"/><Relationship Id="rId55" Type="http://schemas.openxmlformats.org/officeDocument/2006/relationships/tableStyles" Target="tableStyle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41" Type="http://schemas.openxmlformats.org/officeDocument/2006/relationships/slide" Target="slides/slide35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3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handoutMaster" Target="handoutMasters/handoutMaster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51" Type="http://schemas.openxmlformats.org/officeDocument/2006/relationships/commentAuthors" Target="commentAuthors.xml"/><Relationship Id="rId3" Type="http://schemas.openxmlformats.org/officeDocument/2006/relationships/customXml" Target="../customXml/item3.xml"/></Relationships>
</file>

<file path=ppt/_rels/viewProps.xml.rels><?xml version="1.0" encoding="UTF-8" standalone="yes"?>
<Relationships xmlns="http://schemas.openxmlformats.org/package/2006/relationships"><Relationship Id="rId8" Type="http://schemas.openxmlformats.org/officeDocument/2006/relationships/slide" Target="slides/slide10.xml"/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" Type="http://schemas.openxmlformats.org/officeDocument/2006/relationships/slide" Target="slides/slide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7" Type="http://schemas.openxmlformats.org/officeDocument/2006/relationships/slide" Target="slides/slide9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0" Type="http://schemas.openxmlformats.org/officeDocument/2006/relationships/slide" Target="slides/slide23.xml"/><Relationship Id="rId29" Type="http://schemas.openxmlformats.org/officeDocument/2006/relationships/slide" Target="slides/slide33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5" Type="http://schemas.openxmlformats.org/officeDocument/2006/relationships/slide" Target="slides/slide7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" Type="http://schemas.openxmlformats.org/officeDocument/2006/relationships/slide" Target="slides/slide5.xml"/><Relationship Id="rId9" Type="http://schemas.openxmlformats.org/officeDocument/2006/relationships/slide" Target="slides/slide11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9608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1202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B — </a:t>
            </a:r>
            <a:r>
              <a:rPr lang="fr-FR" b="1" dirty="0" err="1"/>
              <a:t>VNet</a:t>
            </a:r>
            <a:r>
              <a:rPr lang="fr-FR" b="1" dirty="0"/>
              <a:t> </a:t>
            </a:r>
            <a:r>
              <a:rPr lang="fr-FR" b="1" dirty="0" err="1"/>
              <a:t>Integration</a:t>
            </a:r>
            <a:endParaRPr lang="fr-FR" dirty="0"/>
          </a:p>
          <a:p>
            <a:r>
              <a:rPr lang="fr-FR" dirty="0"/>
              <a:t>Permet à la Web App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VNet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Integration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Ressource privée</a:t>
            </a:r>
          </a:p>
          <a:p>
            <a:r>
              <a:rPr lang="fr-FR" dirty="0"/>
              <a:t>Exemples :</a:t>
            </a:r>
          </a:p>
          <a:p>
            <a:r>
              <a:rPr lang="fr-FR" dirty="0"/>
              <a:t>Azure SQL privé</a:t>
            </a:r>
          </a:p>
          <a:p>
            <a:r>
              <a:rPr lang="fr-FR" dirty="0"/>
              <a:t>Storage privé</a:t>
            </a:r>
          </a:p>
          <a:p>
            <a:r>
              <a:rPr lang="fr-FR" dirty="0"/>
              <a:t>API interne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: accès entrant vers la Web App</a:t>
            </a:r>
          </a:p>
          <a:p>
            <a:r>
              <a:rPr lang="fr-FR" b="1" dirty="0"/>
              <a:t>Firewall</a:t>
            </a:r>
            <a:r>
              <a:rPr lang="fr-FR" dirty="0"/>
              <a:t> : sécurité réseau</a:t>
            </a:r>
          </a:p>
          <a:p>
            <a:r>
              <a:rPr lang="fr-FR" b="1" dirty="0"/>
              <a:t>App Service </a:t>
            </a:r>
            <a:r>
              <a:rPr lang="fr-FR" b="1" dirty="0" err="1"/>
              <a:t>Environment</a:t>
            </a:r>
            <a:r>
              <a:rPr lang="fr-FR" dirty="0"/>
              <a:t> : infra dédiée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4404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8908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1A82B-9D5F-946D-CDFF-EB53EDA4D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7DAAC-E71D-CE60-176C-05A98D845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34498-F223-85C6-E91A-F75EF372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D6D60-00D0-77DA-9693-A6057BA5D9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593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9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8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8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6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1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29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slide" Target="slide3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slide" Target="slide24.xml"/><Relationship Id="rId5" Type="http://schemas.openxmlformats.org/officeDocument/2006/relationships/image" Target="../media/image13.png"/><Relationship Id="rId10" Type="http://schemas.openxmlformats.org/officeDocument/2006/relationships/slide" Target="slide15.xml"/><Relationship Id="rId4" Type="http://schemas.openxmlformats.org/officeDocument/2006/relationships/image" Target="../media/image12.png"/><Relationship Id="rId9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421450745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79752" y="805949"/>
                          <a:ext cx="2397866" cy="17984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797511" y="805949"/>
                          <a:ext cx="2397866" cy="17984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315270" y="805949"/>
                          <a:ext cx="2397866" cy="17984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79752" y="2724242"/>
                          <a:ext cx="2397866" cy="17984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797511" y="2724242"/>
                          <a:ext cx="2397866" cy="17984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1272" y="1786677"/>
                  <a:ext cx="2397866" cy="179840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049031" y="1786677"/>
                  <a:ext cx="2397866" cy="179840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1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566790" y="1786677"/>
                  <a:ext cx="2397866" cy="179840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1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31272" y="3704970"/>
                  <a:ext cx="2397866" cy="179840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1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49031" y="3704970"/>
                  <a:ext cx="2397866" cy="179840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7149479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r>
              <a:rPr lang="fr-FR" sz="2400" dirty="0"/>
              <a:t>A. App Service → Configuration → Application Settings</a:t>
            </a:r>
            <a:br>
              <a:rPr lang="fr-FR" sz="2400" dirty="0"/>
            </a:br>
            <a:r>
              <a:rPr lang="fr-FR" sz="2400" dirty="0"/>
              <a:t>B. App Service Plan → </a:t>
            </a:r>
            <a:r>
              <a:rPr lang="fr-FR" sz="2400" dirty="0" err="1"/>
              <a:t>Scaling</a:t>
            </a:r>
            <a:br>
              <a:rPr lang="fr-FR" sz="2400" dirty="0"/>
            </a:br>
            <a:r>
              <a:rPr lang="fr-FR" sz="2400" dirty="0"/>
              <a:t>C. Azure Monitor</a:t>
            </a:r>
            <a:br>
              <a:rPr lang="fr-FR" sz="2400" dirty="0"/>
            </a:br>
            <a:r>
              <a:rPr lang="fr-FR" sz="2400" dirty="0"/>
              <a:t>D. 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9455289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r>
              <a:rPr lang="fr-FR" sz="2400" dirty="0"/>
              <a:t>Une Web App doit </a:t>
            </a:r>
            <a:r>
              <a:rPr lang="fr-FR" sz="2400" b="1" dirty="0"/>
              <a:t>accéder à une ressource dans un réseau privé Azure (</a:t>
            </a:r>
            <a:r>
              <a:rPr lang="fr-FR" sz="2400" b="1" dirty="0" err="1"/>
              <a:t>VNet</a:t>
            </a:r>
            <a:r>
              <a:rPr lang="fr-FR" sz="2400" b="1" dirty="0"/>
              <a:t>)</a:t>
            </a:r>
            <a:r>
              <a:rPr lang="fr-FR" sz="2400" dirty="0"/>
              <a:t>.</a:t>
            </a:r>
          </a:p>
          <a:p>
            <a:r>
              <a:rPr lang="fr-FR" sz="2400" dirty="0"/>
              <a:t>Quelle fonctionnalité devez-vous utiliser ?</a:t>
            </a:r>
          </a:p>
          <a:p>
            <a:r>
              <a:rPr lang="fr-FR" sz="2400" dirty="0"/>
              <a:t>A. </a:t>
            </a:r>
            <a:r>
              <a:rPr lang="fr-FR" sz="2400" dirty="0" err="1"/>
              <a:t>Private</a:t>
            </a:r>
            <a:r>
              <a:rPr lang="fr-FR" sz="2400" dirty="0"/>
              <a:t> Endpoint</a:t>
            </a:r>
            <a:br>
              <a:rPr lang="fr-FR" sz="2400" dirty="0"/>
            </a:br>
            <a:r>
              <a:rPr lang="fr-FR" sz="2400" dirty="0"/>
              <a:t>B.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br>
              <a:rPr lang="fr-FR" sz="2400" dirty="0"/>
            </a:br>
            <a:r>
              <a:rPr lang="fr-FR" sz="2400" dirty="0"/>
              <a:t>C. Azure Firewall</a:t>
            </a:r>
            <a:br>
              <a:rPr lang="fr-FR" sz="2400" dirty="0"/>
            </a:br>
            <a:r>
              <a:rPr lang="fr-FR" sz="2400" dirty="0"/>
              <a:t>D. 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r>
              <a:rPr lang="fr-FR" sz="2400" dirty="0"/>
              <a:t>Quelle solution Azure recommandez-vous ?</a:t>
            </a:r>
          </a:p>
          <a:p>
            <a:r>
              <a:rPr lang="fr-FR" sz="2400" dirty="0"/>
              <a:t>A. Azure Storage</a:t>
            </a:r>
            <a:br>
              <a:rPr lang="fr-FR" sz="2400" dirty="0"/>
            </a:br>
            <a:r>
              <a:rPr lang="fr-FR" sz="2400" dirty="0"/>
              <a:t>B. Azure App Configuration</a:t>
            </a:r>
            <a:br>
              <a:rPr lang="fr-FR" sz="2400" dirty="0"/>
            </a:br>
            <a:r>
              <a:rPr lang="fr-FR" sz="2400" dirty="0"/>
              <a:t>C. Azure Key Vault</a:t>
            </a:r>
            <a:br>
              <a:rPr lang="fr-FR" sz="2400" dirty="0"/>
            </a:br>
            <a:r>
              <a:rPr lang="fr-FR" sz="2400" dirty="0"/>
              <a:t>D. Azure Monitor</a:t>
            </a:r>
          </a:p>
          <a:p>
            <a:pPr marL="0" indent="0"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4089019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r>
              <a:rPr lang="fr-FR" sz="2400" dirty="0"/>
              <a:t>Quelle solution est la plus appropriée ?</a:t>
            </a:r>
          </a:p>
          <a:p>
            <a:r>
              <a:rPr lang="fr-FR" sz="2400" dirty="0"/>
              <a:t>A. Connection string dans </a:t>
            </a:r>
            <a:r>
              <a:rPr lang="fr-FR" sz="2400" i="1" dirty="0" err="1"/>
              <a:t>appsettings.json</a:t>
            </a:r>
            <a:br>
              <a:rPr lang="fr-FR" sz="2400" dirty="0"/>
            </a:br>
            <a:r>
              <a:rPr lang="fr-FR" sz="2400" dirty="0"/>
              <a:t>B. Variables d’environnement dans App Service</a:t>
            </a:r>
            <a:br>
              <a:rPr lang="fr-FR" sz="2400" dirty="0"/>
            </a:br>
            <a:r>
              <a:rPr lang="fr-FR" sz="2400" dirty="0"/>
              <a:t>C. </a:t>
            </a: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br>
              <a:rPr lang="fr-FR" sz="2400" dirty="0"/>
            </a:br>
            <a:r>
              <a:rPr lang="fr-FR" sz="2400" dirty="0"/>
              <a:t>D. 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749640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4EE21-EC6E-E1D7-73D7-680A734DA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CF918-A785-EC7F-E779-D86247BF9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21F8B-537D-9E43-43BE-380A41F0E5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r>
              <a:rPr lang="fr-FR" sz="2400" dirty="0"/>
              <a:t>A. App Service → Configuration → Application Settings</a:t>
            </a:r>
            <a:br>
              <a:rPr lang="fr-FR" sz="2400" dirty="0"/>
            </a:br>
            <a:r>
              <a:rPr lang="fr-FR" sz="2400" dirty="0"/>
              <a:t>B. App Service Plan → </a:t>
            </a:r>
            <a:r>
              <a:rPr lang="fr-FR" sz="2400" dirty="0" err="1"/>
              <a:t>Scaling</a:t>
            </a:r>
            <a:br>
              <a:rPr lang="fr-FR" sz="2400" dirty="0"/>
            </a:br>
            <a:r>
              <a:rPr lang="fr-FR" sz="2400" dirty="0"/>
              <a:t>C. Azure Monitor</a:t>
            </a:r>
            <a:br>
              <a:rPr lang="fr-FR" sz="2400" dirty="0"/>
            </a:br>
            <a:r>
              <a:rPr lang="fr-FR" sz="2400" dirty="0"/>
              <a:t>D. 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5770884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p:properties xmlns:p="http://schemas.microsoft.com/office/2006/metadata/properties" xmlns:xsi="http://www.w3.org/2001/XMLSchema-instance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4036</Words>
  <Application>Microsoft Office PowerPoint</Application>
  <PresentationFormat>Affichage à l'écran (4:3)</PresentationFormat>
  <Paragraphs>835</Paragraphs>
  <Slides>41</Slides>
  <Notes>36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41</vt:i4>
      </vt:variant>
    </vt:vector>
  </HeadingPairs>
  <TitlesOfParts>
    <vt:vector size="51" baseType="lpstr">
      <vt:lpstr>Arial</vt:lpstr>
      <vt:lpstr>Arial Black</vt:lpstr>
      <vt:lpstr>Calibri</vt:lpstr>
      <vt:lpstr>Courier New</vt:lpstr>
      <vt:lpstr>Segoe UI</vt:lpstr>
      <vt:lpstr>Segoe UI Light</vt:lpstr>
      <vt:lpstr>Trebuchet MS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</vt:lpstr>
      <vt:lpstr>Question </vt:lpstr>
      <vt:lpstr>Question </vt:lpstr>
      <vt:lpstr>Question </vt:lpstr>
      <vt:lpstr>Question </vt:lpstr>
      <vt:lpstr>Question </vt:lpstr>
      <vt:lpstr>Question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347</cp:revision>
  <cp:lastPrinted>2012-08-28T00:39:50Z</cp:lastPrinted>
  <dcterms:created xsi:type="dcterms:W3CDTF">2012-09-10T15:00:36Z</dcterms:created>
  <dcterms:modified xsi:type="dcterms:W3CDTF">2026-03-15T07:20:34Z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