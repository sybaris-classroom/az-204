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30"/>
  </p:notesMasterIdLst>
  <p:handoutMasterIdLst>
    <p:handoutMasterId r:id="rId131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704" r:id="rId128"/>
    <p:sldId id="756" r:id="rId129"/>
  </p:sldIdLst>
  <p:sldSz cx="9144000" cy="6858000" type="screen4x3"/>
  <p:notesSz cx="7023100" cy="9309100"/>
  <p:custDataLst>
    <p:tags r:id="rId1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quizAVenir" id="{BEF1AD5F-0008-433C-9B6F-B813F94E6E0F}">
          <p14:sldIdLst>
            <p14:sldId id="704"/>
            <p14:sldId id="756"/>
          </p14:sldIdLst>
        </p14:section>
        <p14:section name="Section 14" id="{A9BD5DDD-8564-4000-A824-269A0A0AC22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6904" autoAdjust="0"/>
  </p:normalViewPr>
  <p:slideViewPr>
    <p:cSldViewPr>
      <p:cViewPr varScale="1">
        <p:scale>
          <a:sx n="61" d="100"/>
          <a:sy n="61" d="100"/>
        </p:scale>
        <p:origin x="1188" y="66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commentAuthors" Target="commentAuthors.xml"/><Relationship Id="rId16" Type="http://schemas.openxmlformats.org/officeDocument/2006/relationships/slide" Target="slides/slide10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26" Type="http://schemas.openxmlformats.org/officeDocument/2006/relationships/slide" Target="slides/slide120.xml"/><Relationship Id="rId134" Type="http://schemas.openxmlformats.org/officeDocument/2006/relationships/presProps" Target="presProp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16" Type="http://schemas.openxmlformats.org/officeDocument/2006/relationships/slide" Target="slides/slide110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137" Type="http://schemas.openxmlformats.org/officeDocument/2006/relationships/tableStyles" Target="tableStyle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11" Type="http://schemas.openxmlformats.org/officeDocument/2006/relationships/slide" Target="slides/slide105.xml"/><Relationship Id="rId132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30" Type="http://schemas.openxmlformats.org/officeDocument/2006/relationships/notesMaster" Target="notesMasters/notesMaster1.xml"/><Relationship Id="rId13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handoutMaster" Target="handoutMasters/handoutMaster1.xml"/><Relationship Id="rId136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5" Type="http://schemas.openxmlformats.org/officeDocument/2006/relationships/slide" Target="slides/slide7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61" Type="http://schemas.openxmlformats.org/officeDocument/2006/relationships/slide" Target="slides/slide69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1" Type="http://schemas.openxmlformats.org/officeDocument/2006/relationships/slide" Target="slides/slide1.xml"/><Relationship Id="rId6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4.xml"/><Relationship Id="rId3" Type="http://schemas.openxmlformats.org/officeDocument/2006/relationships/image" Target="../media/image11.png"/><Relationship Id="rId21" Type="http://schemas.openxmlformats.org/officeDocument/2006/relationships/slide" Target="slide60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24.xml"/><Relationship Id="rId2" Type="http://schemas.openxmlformats.org/officeDocument/2006/relationships/notesSlide" Target="../notesSlides/notesSlide2.xml"/><Relationship Id="rId16" Type="http://schemas.openxmlformats.org/officeDocument/2006/relationships/slide" Target="slide15.xml"/><Relationship Id="rId20" Type="http://schemas.openxmlformats.org/officeDocument/2006/relationships/slide" Target="slide5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122.xml"/><Relationship Id="rId5" Type="http://schemas.openxmlformats.org/officeDocument/2006/relationships/image" Target="../media/image13.png"/><Relationship Id="rId15" Type="http://schemas.openxmlformats.org/officeDocument/2006/relationships/slide" Target="slide6.xml"/><Relationship Id="rId23" Type="http://schemas.openxmlformats.org/officeDocument/2006/relationships/slide" Target="slide94.xml"/><Relationship Id="rId10" Type="http://schemas.openxmlformats.org/officeDocument/2006/relationships/image" Target="../media/image18.png"/><Relationship Id="rId19" Type="http://schemas.openxmlformats.org/officeDocument/2006/relationships/slide" Target="slide45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slide" Target="slide3.xml"/><Relationship Id="rId22" Type="http://schemas.openxmlformats.org/officeDocument/2006/relationships/slide" Target="slide7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606881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628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0460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9292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124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628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460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9292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8124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628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460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9292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9684</Words>
  <Application>Microsoft Office PowerPoint</Application>
  <PresentationFormat>Affichage à l'écran (4:3)</PresentationFormat>
  <Paragraphs>2008</Paragraphs>
  <Slides>123</Slides>
  <Notes>81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123</vt:i4>
      </vt:variant>
    </vt:vector>
  </HeadingPairs>
  <TitlesOfParts>
    <vt:vector size="135" baseType="lpstr">
      <vt:lpstr>Arial</vt:lpstr>
      <vt:lpstr>Arial Black</vt:lpstr>
      <vt:lpstr>Calibri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370</cp:revision>
  <cp:lastPrinted>2012-08-28T00:39:50Z</cp:lastPrinted>
  <dcterms:created xsi:type="dcterms:W3CDTF">2012-09-10T15:00:36Z</dcterms:created>
  <dcterms:modified xsi:type="dcterms:W3CDTF">2026-04-07T14:23:59Z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